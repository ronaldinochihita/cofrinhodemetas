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15" d="100"/>
          <a:sy n="115" d="100"/>
        </p:scale>
        <p:origin x="3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INSTITUTO POLITÉCNICO DE BEJA · ESTIG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97BC62"/>
                </a:solidFill>
                <a:latin typeface="Calibri"/>
              </a:rPr>
              <a:t>Curso de Tecnologias Web e Dispositivos Móveis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97BC62"/>
                </a:solidFill>
                <a:latin typeface="Calibri"/>
              </a:rPr>
              <a:t>Programação de Aplicação do Lado do Cliente · 2.º Semestre · 2025/2026</a:t>
            </a:r>
          </a:p>
        </p:txBody>
      </p:sp>
      <p:sp>
        <p:nvSpPr>
          <p:cNvPr id="8" name="Oval 7"/>
          <p:cNvSpPr/>
          <p:nvPr/>
        </p:nvSpPr>
        <p:spPr>
          <a:xfrm>
            <a:off x="5120640" y="1828800"/>
            <a:ext cx="1920240" cy="1920240"/>
          </a:xfrm>
          <a:prstGeom prst="ellipse">
            <a:avLst/>
          </a:prstGeom>
          <a:solidFill>
            <a:srgbClr val="F57C00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0" y="2057400"/>
            <a:ext cx="1920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Cambria"/>
              </a:rPr>
              <a:t>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972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mbria"/>
              </a:rPr>
              <a:t>Cofrinho de Metas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Aplicação Android para gestão de poupanças pessoais por 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Ronaldino Fernandes Chihita — n.º 27757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97BC62"/>
                </a:solidFill>
                <a:latin typeface="Calibri"/>
              </a:rPr>
              <a:t>Docentes: Luís Garcia · Luís Rosário · Mihai Lupan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97BC62"/>
                </a:solidFill>
                <a:latin typeface="Calibri"/>
              </a:rPr>
              <a:t>Beja,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Estrutura da apresentação — 10 secções do relatório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PARTE I — Análise e desenho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1. Introdução (regime individual)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2. Organização e ferramentas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3. Análise do problema (persona, cenário, HTA)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4. Funcionalidades da aplicação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5. Desenho da interface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PARTE II — Implementação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6 e 7. Modelo e conceção da base de dados (SQL)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8. Programação da lógica — Kotlin + Compose + Room + MVVM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9. Página web + screencast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10. Conclusão + Perguntas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Resumo Executivo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Regime individual · aplicação Android · domínio estreito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Aplicação móvel Android que ajuda o utilizador a gerir poupanças por objetivo.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Regime individual acordado com a equipa original (27757 + 27562) — projeto próprio, autónomo.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Domínio deliberadamente estreito: 1 persona, 1 cenário, 3 ecrãs, 2 entidades.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Kotlin 2.0 + Jetpack Compose + Room 2.6 + MVVM + Navigation Compose.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Totalmente offline, sem publicidade, sem conta, em português europeu.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Repositório: github.com/ronaldinochihita/CofrinhoDeMetas · Website: cofrinho-met.netlify.app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97BC62"/>
                </a:solidFill>
                <a:latin typeface="Cambria"/>
              </a:rPr>
              <a:t>PARTE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mbria"/>
              </a:rPr>
              <a:t>Análise e Desenho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97BC62"/>
                </a:solidFill>
                <a:latin typeface="Calibri"/>
              </a:rPr>
              <a:t>Persona, cenário, análise de tarefas e desenho da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7BC62"/>
                </a:solidFill>
                <a:latin typeface="Calibri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5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2. Organização e ferramentas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Estrutura do trabalho, ferramentas e mono-repo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IDE: Android Studio Ladybug · Linguagem: Kotlin 2.0 · Build: Gradle 8.9 + KSP.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Versionamento: Git + GitHub (repositório público).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Prototipagem: papel + @Preview do Jetpack Compose (16 previews em 3 ecrãs).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Hosting web: Netlify (deploy estático via Drop, HTTPS + CDN global).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IA: Claude (Anthropic) — revisão linguística e apoio à documentação (ver Anexo A).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Sprints: 1. Análise · 2. Desenho · 3. Implementação · 4. Documentação e entrega.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3. Sistemas semelhantes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Piggy Savings Tracker (Vova Studio · +5 M downloads)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POSITIVOS: barras + percentagens claras · fotografia do produto por meta · multi-moeda.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NEGATIVOS: publicidade agressiva · sem PT-PT (só PT-BR) · exige conta · sem cor por meta.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LACUNAS: sem variante 100 % offline sem publicidade · sem localização portuguesa · scannability fraca.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COFRINHO DE METAS DIFERENCIA-SE por: PT-PT · offline · sem publicidade · cor+ícone por meta.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7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3. Persona — Sofia Marques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Poupadora Recorrente · 28 anos · Beja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Técnica de contabilidade numa empresa agrícola em Beja.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Solteira, vive num T1 arrendado no Bairro da Conceição.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Rendimento líquido mensal ~1 100 €.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Samsung Galaxy A54 · 3-4 h/dia · Millennium BCP · MB WAY · Instagram · TikTok.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Já experimentou Notion (complexo demais) e Google Sheets (rígido demais).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Segundo o INE (2024), 95 % dos 25-34 anos usa Internet diariamente em móvel.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8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3. Persona — Motivações e frustrações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"Se eu não vejo a barrinha a crescer, deixo de poupar."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MOTIVAÇÕES: Viagem à Toscana (800 €) · Fundo emergência (1 500 €) · Portátil novo (900 €).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Precisa manter várias metas em paralelo sem perder de vista o progresso.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A recompensa psicológica da barra a crescer é o que a mantém disciplinada.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FRUSTRAÇÕES: Excel fica desatualizado · banco separa por data não por propósito.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Quando não vê progresso, deixa de poupar.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Odeia apps que exigem criação de conta antes de qualquer utilização.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3. Cenário de utilização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Distribuir a poupança semanal · sábado 11h · café em Beja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Contexto: recebeu o ordenado na sexta; sobram 90 € livres para poupar.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Abre a app: Viagem (45 %), Fundo (22 %), Portátil (66 %).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Decide priorizar o Fundo — o mais atrasado face ao plano ideal.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Distribui: 30 € Viagem · 40 € Fundo · 20 € Portátil.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A cada depósito, a barra atualiza-se em tempo real (feedback imediato via Flow).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Fecha a app com as três barras ligeiramente mais preenchidas. Ritual dura ~2 minutos.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3. Análise Hierárquica de Tarefas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HTA do cenário — plano 0 sequencial-repetitivo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0. Distribuir a poupança semanal pelas metas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   Plano 0: 1 → repetir 2 (por meta escolhida) → 3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1. Aceder à lista de metas   [Plano 1: 1.1 → 1.2]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2. Registar depósito numa meta   [Plano 2: 2.1 → 2.2 → 2.3 → 2.4 → 2.5 → 2.6]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   2.1 Selecionar meta · 2.2 FAB · 2.3 Valor · 2.4 Nota · 2.5 Confirmar · 2.6 Ver barra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3. Terminar sessão   [Plano 3: 3.1]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Padrão principal repetitivo; sub-plano 2 estritamente sequencial (justifica formulário linear).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11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4. Funcionalidades implementadas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9 funcionalidades — 4 essenciais + 5 complementares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F1 Listar metas · F2 Criar meta · F6 Ver detalhe · F7 Adicionar depósito  (ESSENCIAIS)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F3 Editar meta · F4 Eliminar meta (CASCADE) · F5 Pesquisar · F8 Eliminar depósito · F9 Tema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Fluxo demo: F1 → F2 (Bicicleta 300 €) → F6 (abrir) → F7 (50 €) → F7 (250 €) → F4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Após 2 depósitos a barra chega a 100 % — reforço motivacional da persona demonstrado.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5. Sistema de design (Material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Paleta primária + acento + 8 cores por 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Primária #2E7D32 (verde-escuro) — remete para "cofres" e "conquista".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Acento #F9A825 (dourado) — usado em FAB e destaques.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8 cores para metas: azul, verde, roxo, laranja, rosa, ciano, castanho, ardósia.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Tema claro/escuro nativo (segue definição do sistema).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18 emojis por 6 categorias — Poupança · Transporte · Casa · Tecnologia · Estudos · Lazer.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Cor + ícone escolhidos pelo utilizador propagam-se para Lista, Detalhe e resumos.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97BC62"/>
                </a:solidFill>
                <a:latin typeface="Cambria"/>
              </a:rPr>
              <a:t>PARTE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mbria"/>
              </a:rPr>
              <a:t>Implementação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97BC62"/>
                </a:solidFill>
                <a:latin typeface="Calibri"/>
              </a:rPr>
              <a:t>Ecrãs, base de dados, arquitetura e entrega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7BC62"/>
                </a:solidFill>
                <a:latin typeface="Calibri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5. Ecrã 1 — Lista de Metas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Ponto de entrada · pesquisa + FAB Nova meta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66751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Barra de topo verde com título centrado.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Campo de pesquisa por baixo — filtra em tempo real (StateFlow + flatMapLatest).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Cards com: ícone + cor · nome · valor/objetivo · % · barra de progresso.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FAB estendido "+ Nova meta" no canto inferior direito.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Estado vazio: emoji cofre + mensagem sugerindo a próxima ação.</a:t>
            </a:r>
          </a:p>
        </p:txBody>
      </p:sp>
      <p:pic>
        <p:nvPicPr>
          <p:cNvPr id="9" name="Picture 8" descr="01_lista_me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953" y="462998"/>
            <a:ext cx="2642972" cy="59320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15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5. Ecrã 2 — Detalhe da Meta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Resumo bipartido "Poupado / Falta" + histórico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66751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Barra de topo com nome da meta · botão voltar · lápis (editar).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Cartão de resumo com barra ampliada + "Poupado / Falta" lado a lado.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Prazo + "faltam X dias" quando aplicável.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Lista cronológica inversa de depósitos com valor, data e nota.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Ícone lixo em cada linha elimina depósito individual.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FAB "+ Adicionar depósito" abre diálogo modal (valor + nota).</a:t>
            </a:r>
          </a:p>
        </p:txBody>
      </p:sp>
      <p:pic>
        <p:nvPicPr>
          <p:cNvPr id="9" name="Picture 8" descr="02_detalhe_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447" y="320040"/>
            <a:ext cx="2689426" cy="60362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16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5. Ecrã 3 — Criar / Editar Meta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Formulário reutilizado nos dois modos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66751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Título muda: "Nova meta" (criar) · "Editar meta" (editar).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Campos: Nome · Valor objetivo (€) · Prazo (opcional) · Cor · Ícone.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Validação inline: nome não pode ser vazio, valor &gt; 0.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Seletor de cor (8 opções) e de ícone (18 emojis por categoria).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Em modo edição: ícone lixo na barra (com AlertDialog de confirmação).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Botão principal grande no fundo: "Criar meta" ou "Guardar alterações".</a:t>
            </a:r>
          </a:p>
        </p:txBody>
      </p:sp>
      <p:pic>
        <p:nvPicPr>
          <p:cNvPr id="9" name="Picture 8" descr="03_editar_m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946" y="320040"/>
            <a:ext cx="2702428" cy="60654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17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5. Fluxo de navegação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Pilha simples · Navigation Compose · sem tabs, sem gaveta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667512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Rotas: lista · detalhe/{metaId} · editar/{metaId}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Lista é sempre o ponto de entrada e regresso.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Argumentos tipados (NavType.LongType).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Ao eliminar meta, popBackStack até à Lista.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Todos os ecrãs têm caminho curto de regresso (&lt; na barra).</a:t>
            </a:r>
          </a:p>
        </p:txBody>
      </p:sp>
      <p:pic>
        <p:nvPicPr>
          <p:cNvPr id="9" name="Picture 8" descr="04_diagrama_naveg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794" y="1143000"/>
            <a:ext cx="6919126" cy="40255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18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5. Heurísticas de Nielsen aplicadas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4 heurísticas com evidência concreta no protótipo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VISIBILIDADE DO ESTADO: 3 indicadores redundantes por card (valor, %, barra).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CORRESPONDÊNCIA MUNDO REAL: PT-PT · moeda pt-PT · datas dd/MM/yyyy · zero jargão.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PREVENÇÃO DE ERROS: validação inline · botão Guardar desativado · Alert antes de eliminar.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RECONHECIMENTO: cor + ícone por meta em todos os ecrãs · estado vazio orientado à ação.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19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6. Modelo de dados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Duas entidades · relação 1:N com CASCADE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Meta (id, nome, valorObjetivo, dataLimite?, corHex, iconeChave, dataCriacao)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Deposito (id, metaId FK, valor, data, nota)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Chave estrangeira ON DELETE CASCADE — sem lixo residual.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Datas guardadas como Long (millis) — formatadas no lado da UI.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Objeto agregador MetaComTotal (LEFT JOIN + SUM) devolve meta + total já calculado.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20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7. Conceção BD — Query principal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Q1 — Listar metas com total e nº depósitos (LEFT JOIN + IFNULL + GROUP BY)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881360" cy="3200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104241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E1E1E"/>
                </a:solidFill>
                <a:latin typeface="Consolas"/>
              </a:rPr>
              <a:t>SELECT m.*,
       IFNULL(SUM(d.valor), 0.0) AS totalDepositado,
       COUNT(d.id)               AS numDepositos
FROM meta m
LEFT JOIN deposito d ON d.metaId = m.id
GROUP BY m.id
ORDER BY m.dataCriacao DESC;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6636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LEFT JOIN inclui metas sem depósitos. IFNULL transforma o NULL do agregado em 0.0. Devolvida como Flow&lt;List&lt;MetaComTotal&gt;&gt; — a UI actualiza-se sozinha quando um novo depósito é inserido, sem precisar de refresh manual.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21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8. Arquitetura MVVM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Fluxo unidirecional · UI declarativa · reactive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UI (Compose) → observa estado via StateFlow · emite eventos como funções lambda.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ViewModel → prepara e expõe estado imutável (StateFlow) · delega dados ao Repository.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Repository → fachada única sobre os DAOs · esconde detalhes de persistência.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DAO (Room) → interface anotada, código gerado em tempo de compilação.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Coroutines para escrita (Dispatchers.IO) · Flow para leitura reactiva.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3 ViewModels (Lista, Detalhe, Editar) · 1 Repository · 2 DAOs.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22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8. Operações CRUD implementadas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Cobertura total das operações Room · reatividade em leitura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CREATE — MetaDao.inserir() · DepositoDao.inserir() (@Insert).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READ — observarComTotais() · observarPorMeta() · pesquisar() (@Query, Flow&lt;T&gt;).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UPDATE — MetaDao.atualizar() (@Update).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DELETE — MetaDao.eliminar() · DepositoDao.eliminar() (@Delete + CASCADE automático).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E1E1E"/>
                </a:solidFill>
                <a:latin typeface="Calibri"/>
              </a:rPr>
              <a:t>Escrita: suspend + Dispatchers.IO. Leitura: Flow reactivo, UI atualiza-se sozinha.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23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9. Sítio web + screencast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Publicação em URL público + vídeo demo de 3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Site: https://cofrinho-met.netlify.app (Netlify, HTTPS + CDN global, deploy via Drop).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Config em netlify.toml: publish=website · headers de segurança · cache CSS/JS.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SEO + Open Graph tags — preview automático quando partilhado em WhatsApp/LinkedIn.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Screencast (~3 min) segundo guião em screencast/guiao.md — 7 blocos temporais.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1E1E1E"/>
                </a:solidFill>
                <a:latin typeface="Calibri"/>
              </a:rPr>
              <a:t>Cores do site alinhadas com a app (verde + dourado) para identidade coerente.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Cofrinho de Metas · TG PAC · Ronaldino F. Chihita — n.º 27757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24 /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C5F2D"/>
                </a:solidFill>
                <a:latin typeface="Cambria"/>
              </a:rPr>
              <a:t>10. 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7280" cy="3810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O que foi entregue e o que fica em aberto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ENTREGUE: 3 ecrãs · 9 funcionalidades · CRUD completo · Room + 5 queries documentadas.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Arquitetura MVVM · StateFlow · Coroutines · Navigation Compose · Material 3.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Sítio web em produção · guião de screencast.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OUTROS ASPETOS: PDF wireframes · PDF layout · @Preview · adaptive icon · themed icons.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TRABALHO FUTURO: estatísticas globais · exportação CSV · notificações locais · sync.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1E1E"/>
                </a:solidFill>
                <a:latin typeface="Calibri"/>
              </a:rPr>
              <a:t>LIÇÕES APRENDIDAS: começar mais cedo pelas @Preview poupa iteração no emulador.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Cambria"/>
              </a:rPr>
              <a:t>Obrigado.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0" i="1">
                <a:solidFill>
                  <a:srgbClr val="97BC62"/>
                </a:solidFill>
                <a:latin typeface="Cambria"/>
              </a:rPr>
              <a:t>Perguntas?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🌐  cofrinho-met.netlify.app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🔗  github.com/ronaldinochihita/CofrinhoDeMetas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97BC62"/>
                </a:solidFill>
                <a:latin typeface="Calibri"/>
              </a:rPr>
              <a:t>Ronaldino Fernandes Chihita — n.º 27757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2684</Words>
  <Application>Microsoft Macintosh PowerPoint</Application>
  <PresentationFormat>Ecrã Panorâmico</PresentationFormat>
  <Paragraphs>223</Paragraphs>
  <Slides>25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Ronaldino Fernandes Chihita</cp:lastModifiedBy>
  <cp:revision>5</cp:revision>
  <dcterms:created xsi:type="dcterms:W3CDTF">2013-01-27T09:14:16Z</dcterms:created>
  <dcterms:modified xsi:type="dcterms:W3CDTF">2026-07-29T13:31:55Z</dcterms:modified>
  <cp:category/>
</cp:coreProperties>
</file>